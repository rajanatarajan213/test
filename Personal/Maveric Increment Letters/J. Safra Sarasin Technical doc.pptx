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8573-7CD8-CC98-61CB-E8204D64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0F172-5209-9110-A45A-EC267148E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83F5A-E077-3566-6C49-5C9965B1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B8E81-9AE2-7F14-806A-F4092BEB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C4011-1676-A1F8-F1EB-1192870A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1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D4AA-EB54-5457-745A-8D91A99B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90DFD-B731-503C-83B1-C9897994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A6883-1445-B86F-B196-C7BFB7BA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C4A76-680B-EE7A-A45F-68C6693F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3158B-5A64-0022-EF69-62344919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4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0BF0-CCC4-55ED-5B33-B1EE283C9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E0FF3-6D65-4412-5549-0EB133584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D366-BAB1-CE92-FA77-0A5179C7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F45D-D541-7EEF-2198-F727F116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0DB28-2006-D3C2-53DC-D9E696FE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9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2EB1-5DBA-59EA-5B78-9D791D7D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9539F-97BC-AD8C-06F9-DA83BC0FE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6A867-8AF8-3C30-E04C-5067FC48C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C76DE-F486-FFD1-6549-F4B4EF29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D318A-B277-276E-8D04-7420223A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F9671-1875-B8F0-036F-7561B133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2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3760-AB5C-CD70-0C05-F78291D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76145-38CD-814D-9816-14B7BA1FF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36573-828C-5D74-8452-CB21769AA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227FA-724B-AA15-FA76-EABE31DAB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2C2D6-0084-71A8-5E0B-423927DDE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0BE66-BF0B-D31B-FEB4-CC6A2B64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2C2C0-1A81-98BC-FCE9-BAAD9AC6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E0247-F0B7-C23F-FD8B-0ECB81AB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0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2755-82B8-AF8F-B1A2-E33156BC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1D896-E492-6116-9C2B-AF54B681F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842A5-3479-5807-06C5-C0C41B3B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1C166-66B7-5E50-9028-629BB44F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08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9D229-5B20-3660-49EE-6A470166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99DD8-EA05-4119-0F42-B9691413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895B5-C83F-04CF-96CE-0C289AB1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2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5EFE-BB0E-E4D7-71AF-224212E0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84909-783A-F77B-0E71-6438F644E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E21A2-8D4C-AA82-958E-9B7378ABD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47239-7A88-CB39-EB7E-CAB1801F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92859-047F-79D5-FF2B-79501739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69082-0628-2F4E-5F1B-5B1A416A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7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D5F2-A204-EFCF-6132-A209E6B25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1F976-33E3-7C15-B401-F7DC7D331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A6BD0-9338-02F2-6B73-4F1075ED5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5D426-3E62-F47E-EEFA-FBCA1009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D280A-4BB4-7DBE-EE46-4626D4779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14D94-FA1D-15C6-E13A-7FD5125D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22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9CE0-CCFA-21FD-E659-83F4D86D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FE6DF-9896-D013-D8CA-824C7BD90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AC15A-619C-A522-B609-CDF88D95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C1D2E-6798-C1A2-F701-B050B72C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B1BAB-34A7-9300-483A-670A8DEB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0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206AD-675F-742C-78D8-FA5B82947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1642D-8DFB-BA45-402D-4C2EDDAB2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BCE9-C038-3F88-130F-F45A045B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D64AE-9057-4CB6-FF7C-025ED1CA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2457-8532-CFCE-77DE-4AA43E4E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2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A470F-7EC3-1CA2-6602-484726F0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EBBB6-5269-16DB-265B-793F1B7EC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23530-217B-CB6E-A110-E166A81C0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7474C-4763-48EC-A877-DA3E0501F003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4A1FC-9E9E-C00B-E69C-53CE0BB87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BE2FF-8B0C-20AE-3D04-36A0688C9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BD709-7E14-4B02-9C02-09467F086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FDBCD7-0174-78F7-9DD6-1D8F4770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" y="0"/>
            <a:ext cx="121361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74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3683-8076-8E99-BE2E-3F8D1982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AB0B-F49F-DAB1-8A90-B670FE41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5A928-92DC-145D-DDFF-28D89D96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8" y="0"/>
            <a:ext cx="121244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8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636CF-F9F3-1D46-A5B8-47F5007E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B1870-E019-7166-A24D-746C98B73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D22ED-EC46-2E82-C7DF-0114ED1D4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" y="0"/>
            <a:ext cx="12061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4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AEC2-6902-A887-5F3A-F9965373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46F6E-A918-6777-C501-2BAED650B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C6CC6-F4E6-CC3F-9CE0-BD28D585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4" y="0"/>
            <a:ext cx="12152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3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8FBAC-FF0F-AA86-D726-CC8721A81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310E7-1DBC-7747-E02B-79B11DDD3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EA01E-4287-D0F1-E8DE-09597DA40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0" y="0"/>
            <a:ext cx="1215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BF44-7808-3EE0-85B4-8D9C3710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6727-7CDB-ADC7-BA8A-3DDBFAB14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2D593-3446-033B-B0A4-351B378E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5" y="0"/>
            <a:ext cx="12127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46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BCA67-43D6-96E5-5AA4-847F5FCF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83037-0111-D31A-8E71-B69B0BE8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562E9-EAF3-3DF6-2B57-43B399ECC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1" y="0"/>
            <a:ext cx="12109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4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4E45-0EF6-A14B-A5E7-DE8B1309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C6B53-36A3-99CF-7DFC-976C18BCB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210EC-EBBD-D95F-F586-2AB17692C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" y="0"/>
            <a:ext cx="121361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88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423C-10A3-BA26-0259-3A4BAE57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922F-3B74-726E-33F9-CA038D10F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7CC06-9A73-D99E-110F-AD677B44A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3" y="0"/>
            <a:ext cx="12118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5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16B0-6ABA-F9B3-33E3-A3F55FF4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10347-2D10-2ED3-EAC6-56CDC32AD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6CDE0-8C30-2376-E76E-FA7C98A35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" y="0"/>
            <a:ext cx="12095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19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2A48-D49C-D929-9386-2B6F707A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476F-BFCD-EAF9-D3D3-DA19665A9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FB4DC-B49D-6412-E009-76FE3FCFF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7"/>
            <a:ext cx="12192000" cy="684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5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83C9-1452-EC64-531C-7597D13F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F70B-34D7-2342-1155-D8B29691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5AFF5-2379-5111-5C91-835624CC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" y="0"/>
            <a:ext cx="12181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8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4A5F-8BC0-BE8B-2C7A-237CC71C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396EE-2A98-9238-57A6-F36A904D6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55481-9E0C-52A3-8D7C-3E639075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" y="0"/>
            <a:ext cx="12102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39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9FDD-6140-1015-D9DF-F4294DBE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28497-CED7-5B14-A54A-0DF55ABD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04249-457B-7BC9-0024-C015B9C1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" y="0"/>
            <a:ext cx="12181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52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1CD2-D48E-28F4-3670-1287F4D0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6E2A2-C150-7956-B14E-0AC5F0481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8BAE2-17D5-3C1F-CF37-B77B0E16E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9"/>
            <a:ext cx="12192000" cy="683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96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D16A-9953-100C-8782-FB18644E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68219-EDCC-92F6-3D67-9AC698D1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2A706-BAFD-C5E0-F202-CE64EF0A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1"/>
            <a:ext cx="12192000" cy="682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1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Manivannan</dc:creator>
  <cp:lastModifiedBy>raja nata</cp:lastModifiedBy>
  <cp:revision>2</cp:revision>
  <dcterms:created xsi:type="dcterms:W3CDTF">2024-06-26T12:26:50Z</dcterms:created>
  <dcterms:modified xsi:type="dcterms:W3CDTF">2024-06-26T12:51:21Z</dcterms:modified>
</cp:coreProperties>
</file>